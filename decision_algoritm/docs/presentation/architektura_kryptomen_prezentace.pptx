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F"/>
          </a:solidFill>
          <a:ln w="12700">
            <a:solidFill>
              <a:srgbClr val="F9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0"/>
            <a:ext cx="146304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Vyhledávání vzorů a technické analýzy kryptoměn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5"/>
                </a:solidFill>
              </a:rPr>
              <a:t>Architektura systému pro validaci obchodních pravidel, AI analýzu textů a prezentaci výsledků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" y="37033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776472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Python strategie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370332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77647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PHP backend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3703320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FFF5D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3776472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MySQL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02352" y="3703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E6F7F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776472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AI wrapper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0976" y="5779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5"/>
                </a:solidFill>
              </a:rPr>
              <a:t>Software Architecture Document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95560" y="5715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Cíl projektu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má systém ověřit a proč vzniká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</a:rPr>
              <a:t>Validovat obchodní pravidla nad reálnými kryptoměnovými daty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29992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260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generování signálů BUY / SELL / HOLD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4015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kombinace technické analýzy a tržního sentimentu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9502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87705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ověření potenciálního zisku nebo ztráty pomocí backtestingu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42569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3525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6"/>
                </a:solidFill>
              </a:rPr>
              <a:t>doplnění rozhodování o AI analýzu externích textů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Výstupem není pouze obchodní bot, ale architektura propojující analytiku, backend, databázi a prezentační vrstvu.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18120" y="1691640"/>
            <a:ext cx="0" cy="3108960"/>
          </a:xfrm>
          <a:prstGeom prst="line">
            <a:avLst/>
          </a:prstGeom>
          <a:noFill/>
          <a:ln w="1524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Rozsah řešení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Dvě související části: analytická a webová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08760"/>
            <a:ext cx="73152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Python trading část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Načítá data z Binance a CoinMarketCap, počítá SMA/EMA, vyhodnocuje strategii a ukládá rozhodnutí a obchody.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08760"/>
            <a:ext cx="73152" cy="3977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PHP backend a webová část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2103120"/>
            <a:ext cx="466344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Zajišťuje endpointy pro AI analýzu článků, historii událostí, Fear and Greed index a data zobrazovaná na webu serious.broker.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491947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4992624"/>
            <a:ext cx="740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Binance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67712" y="4919472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4992624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SMA / EMA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93008" y="4919472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736" y="499262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Backtesting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48272" y="4919472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99262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OpenRouter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138160" y="4919472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499262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Články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217152" y="4919472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49926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FGI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Klíčové případy užití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uživatel nebo systém reálně spouští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Vyhodnocení strategie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10312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Aplikace načte ceny a sentiment, vypočítá indikátor a vrátí BUY / SELL / HOLD.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09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Backtesting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9672" y="210312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Historická data slouží k ověření úspěšnosti pravidel před praktickým použitím.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576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AI analýza textu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" y="425196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Uživatel zadá text nebo URL článku, backend vrátí sentiment, skóre a vysvětlení.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6576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Prezentace výsledků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4251960"/>
            <a:ext cx="4663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Web zobrazuje historii událostí, Fear and Greed index a uložené analýzy.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Logický pohled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Hlavní tok dat a odpovědností v systému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Externí zdroje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06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Binance, CMC, články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0116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Datová vrstva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94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REST API, konfigurace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8404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Indikátory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982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SMA / EMA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6692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Strategie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BUY / SELL / HOLD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4980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095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Uložení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558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MySQL + logy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326880" y="3081528"/>
            <a:ext cx="30175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38360" y="2651760"/>
            <a:ext cx="1417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798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Prezentace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84664" y="30906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Web + statistiky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097280" y="4800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236"/>
                </a:solidFill>
              </a:rPr>
              <a:t>Oddělení modulů umožňuje měnit indikátory, strategii nebo AI wrapper bez přepisování celé aplikace.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Procesní pohled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Jeden synchronní obchodní cyklus Python části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Spuštění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CLI nebo plánovač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32588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1343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Načtení dat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5856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ceny + FGI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0040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8056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8795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Výpočet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3308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SMA nebo EMA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7492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6247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Rozhodnutí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0760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BUY / SELL / HOLD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94944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3699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Exekuce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8212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limity + zůstatky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823960" y="2093976"/>
            <a:ext cx="923544" cy="0"/>
          </a:xfrm>
          <a:prstGeom prst="line">
            <a:avLst/>
          </a:prstGeom>
          <a:noFill/>
          <a:ln w="1651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04120" y="182880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68712" y="1956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11512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36"/>
                </a:solidFill>
              </a:rPr>
              <a:t>Záznam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756648" y="29443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7085"/>
                </a:solidFill>
              </a:rPr>
              <a:t>MySQL + logy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051560" y="4754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6"/>
                </a:solidFill>
              </a:rPr>
              <a:t>V režimu --once proběhne jeden cyklus. V nepřetržitém režimu se cyklus opakuje podle intervalu v konfiguraci.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wrapper a webový backend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Doplňková fundamentální analýza nad externími texty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Uživatel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9264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text nebo URL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304288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35808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PHP endpoint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82112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internal/ai-wrapper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517136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OpenRouter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LLM odpověď JSON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729984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MySQL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808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ai_analysis_results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942832" y="2670048"/>
            <a:ext cx="576072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74352" y="2240280"/>
            <a:ext cx="1463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2386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Web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20656" y="2679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07085"/>
                </a:solidFill>
              </a:rPr>
              <a:t>zobrazení výsledku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234440" y="441655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5608" y="434340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výstup: sentiment, skóre a krátké vysvětlení v češtině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34440" y="482803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475488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uložení výsledku umožňuje historii analýz a statistiky sentimentu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34440" y="523951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51663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2236"/>
                </a:solidFill>
              </a:rPr>
              <a:t>AI část je oddělená od obchodní logiky Python strategie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Pohled nasazení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Jednoduché nasazení bez zbytečné kontejnerizace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0876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Python proces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Spouštění strategií, výpočet indikátorů, práce s Binance API a ukládání rozhodnutí.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08760"/>
            <a:ext cx="73152" cy="3474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PHP 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HTTP endpointy pro web, AI wrapper, články, FGI a historické události.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50876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709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MySQL databáze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103120"/>
            <a:ext cx="2834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Sdílená perzistence pro výsledky strategií, obchody, AI analýzy a webová 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3200400"/>
            <a:ext cx="320040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200400"/>
            <a:ext cx="320040" cy="0"/>
          </a:xfrm>
          <a:prstGeom prst="line">
            <a:avLst/>
          </a:prstGeom>
          <a:noFill/>
          <a:ln w="16510">
            <a:solidFill>
              <a:srgbClr val="60708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54864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6"/>
                </a:solidFill>
              </a:rPr>
              <a:t>Citlivé údaje jsou mimo zdrojový kód v .env / systémových proměnných.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Kvalita architektury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Co návrh chrání a co umožňuje dál rozvíjet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EAF2F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4114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Spolehlivost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Při chybě API nebo chybějících datech systém nepokračuje agresivně, ale vrací bezpečný stav HOLD.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EAF8EF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114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Rozšiřitelnost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Nový indikátor nebo datový zdroj lze přidat jako samostatný modul bez zásahu do celé architektury.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FFF5DD"/>
          </a:solidFill>
          <a:ln w="12700">
            <a:solidFill>
              <a:srgbClr val="D6DEE8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236"/>
                </a:solidFill>
              </a:rPr>
              <a:t>Bezpečnost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8472" y="2011680"/>
            <a:ext cx="292608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5"/>
                </a:solidFill>
              </a:rPr>
              <a:t>API klíče jsou mimo repozitář, obchodování lze ověřovat přes dry_run a testy mockují riziková volání.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Testování a CI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Ověření analytické logiky i komunikace s externími službami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PyTest + GitHub Actions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" y="23134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jednotkové testy výpočtů a pomocných funkcí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96112" y="27706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974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testy chování při chybě API nebo chybějící konfiguraci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96112" y="3227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mockování obchodních příkazů, aby nevznikly reálné obchody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96112" y="36850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118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52236"/>
                </a:solidFill>
              </a:rPr>
              <a:t>automatické spuštění testů v CI po změnách v repozitáři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20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88 %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366760" y="2532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6DEE8"/>
                </a:solidFill>
              </a:rPr>
              <a:t>uvedené pokrytí kódu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417320"/>
            <a:ext cx="0" cy="4297680"/>
          </a:xfrm>
          <a:prstGeom prst="line">
            <a:avLst/>
          </a:prstGeom>
          <a:noFill/>
          <a:ln w="1524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2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Shrnutí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941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85"/>
                </a:solidFill>
              </a:rPr>
              <a:t>Hlavní architektonická myšlenka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2236"/>
                </a:solidFill>
              </a:rPr>
              <a:t>Systém odděluje obchodní rozhodování, podpůrnou AI analýzu a prezentaci výsledků.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60120" y="3200400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Python část řeší strategii, indikátory, exekuci a backtesting.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0120" y="368503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36118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PHP backend zpřístupňuje webová data, AI wrapper a analytické endpointy.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16966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409651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MySQL vytváří společnou perzistentní vrstvu pro výsledky a historii.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465429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58114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52236"/>
                </a:solidFill>
              </a:rPr>
              <a:t>Návrh je jednoduchý, modulární a vhodný pro další rozšiřování.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623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Děkuji za pozornost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428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Document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Semestralni 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Vyhledavani vzoru a technicke analyzy kryptomen</dc:title>
  <dc:subject>Software Architecture Document</dc:subject>
  <dc:creator>Jan Prikryl</dc:creator>
  <cp:lastModifiedBy>Jan Prikryl</cp:lastModifiedBy>
  <cp:revision>1</cp:revision>
  <dcterms:created xsi:type="dcterms:W3CDTF">2026-05-08T10:47:54Z</dcterms:created>
  <dcterms:modified xsi:type="dcterms:W3CDTF">2026-05-08T10:47:54Z</dcterms:modified>
</cp:coreProperties>
</file>